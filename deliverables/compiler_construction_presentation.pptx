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1e43b993d4b20" /><Relationship Type="http://schemas.openxmlformats.org/officeDocument/2006/relationships/extended-properties" Target="/docProps/app.xml" Id="Ra64d286dd7134e81" /><Relationship Type="http://schemas.openxmlformats.org/officeDocument/2006/relationships/officeDocument" Target="/ppt/presentation.xml" Id="R21ab68fe891948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8291f6ad984787"/>
  </p:sldMasterIdLst>
  <p:notesMasterIdLst>
    <p:notesMasterId xmlns:r="http://schemas.openxmlformats.org/officeDocument/2006/relationships" r:id="R301071d5de254f48"/>
  </p:notesMasterIdLst>
  <p:sldIdLst>
    <p:sldId xmlns:r="http://schemas.openxmlformats.org/officeDocument/2006/relationships" id="256" r:id="R7fa972e5e6154226"/>
    <p:sldId xmlns:r="http://schemas.openxmlformats.org/officeDocument/2006/relationships" id="257" r:id="R36f016f719034a13"/>
    <p:sldId xmlns:r="http://schemas.openxmlformats.org/officeDocument/2006/relationships" id="258" r:id="R17ff241073df4da0"/>
    <p:sldId xmlns:r="http://schemas.openxmlformats.org/officeDocument/2006/relationships" id="259" r:id="R9d3a2da8950c41e1"/>
    <p:sldId xmlns:r="http://schemas.openxmlformats.org/officeDocument/2006/relationships" id="260" r:id="Rdb27b9edccdf49d8"/>
    <p:sldId xmlns:r="http://schemas.openxmlformats.org/officeDocument/2006/relationships" id="261" r:id="Rcc63a55589454f4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291f6ad984787" /><Relationship Type="http://schemas.openxmlformats.org/officeDocument/2006/relationships/theme" Target="/ppt/theme/theme1.xml" Id="Rbb83c44f212c43c8" /><Relationship Type="http://schemas.openxmlformats.org/officeDocument/2006/relationships/notesMaster" Target="/ppt/notesMasters/notesMaster1.xml" Id="R301071d5de254f48" /><Relationship Type="http://schemas.openxmlformats.org/officeDocument/2006/relationships/presProps" Target="/ppt/presProps.xml" Id="R12786923e046495d" /><Relationship Type="http://schemas.openxmlformats.org/officeDocument/2006/relationships/viewProps" Target="/ppt/viewProps.xml" Id="R62dc1aa20cc040a2" /><Relationship Type="http://schemas.openxmlformats.org/officeDocument/2006/relationships/tableStyles" Target="/ppt/tableStyles.xml" Id="R41b520a1430449b3" /><Relationship Type="http://schemas.openxmlformats.org/officeDocument/2006/relationships/slide" Target="/ppt/slides/slide1.xml" Id="R7fa972e5e6154226" /><Relationship Type="http://schemas.openxmlformats.org/officeDocument/2006/relationships/slide" Target="/ppt/slides/slide2.xml" Id="R36f016f719034a13" /><Relationship Type="http://schemas.openxmlformats.org/officeDocument/2006/relationships/slide" Target="/ppt/slides/slide3.xml" Id="R17ff241073df4da0" /><Relationship Type="http://schemas.openxmlformats.org/officeDocument/2006/relationships/slide" Target="/ppt/slides/slide4.xml" Id="R9d3a2da8950c41e1" /><Relationship Type="http://schemas.openxmlformats.org/officeDocument/2006/relationships/slide" Target="/ppt/slides/slide5.xml" Id="Rdb27b9edccdf49d8" /><Relationship Type="http://schemas.openxmlformats.org/officeDocument/2006/relationships/slide" Target="/ppt/slides/slide6.xml" Id="Rcc63a55589454f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bebc949d2a40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0dc770f9b4f20" /><Relationship Type="http://schemas.openxmlformats.org/officeDocument/2006/relationships/notesMaster" Target="/ppt/notesMasters/notesMaster1.xml" Id="R1454c2e03f5c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e656f752a94020" /><Relationship Type="http://schemas.openxmlformats.org/officeDocument/2006/relationships/notesMaster" Target="/ppt/notesMasters/notesMaster1.xml" Id="R6b0cf2d6eb684d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9924c7314d4f2a" /><Relationship Type="http://schemas.openxmlformats.org/officeDocument/2006/relationships/notesMaster" Target="/ppt/notesMasters/notesMaster1.xml" Id="Rbc9ee362a7ff4c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660f44479f49eb" /><Relationship Type="http://schemas.openxmlformats.org/officeDocument/2006/relationships/notesMaster" Target="/ppt/notesMasters/notesMaster1.xml" Id="Rf555e0280bbf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1bab13e7b44c35" /><Relationship Type="http://schemas.openxmlformats.org/officeDocument/2006/relationships/notesMaster" Target="/ppt/notesMasters/notesMaster1.xml" Id="R3cbdd916379f4a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ae784bacf94125" /><Relationship Type="http://schemas.openxmlformats.org/officeDocument/2006/relationships/notesMaster" Target="/ppt/notesMasters/notesMaster1.xml" Id="Re61805892d9b4b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a3d386cb44a3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bfb117e5fc7402b" /><Relationship Type="http://schemas.openxmlformats.org/officeDocument/2006/relationships/slideLayout" Target="/ppt/slideLayouts/slideLayout2.xml" Id="Re3f01aecea5f4c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f01aecea5f4c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1a731ac1af42d1" /><Relationship Type="http://schemas.openxmlformats.org/officeDocument/2006/relationships/notesSlide" Target="/ppt/notesSlides/notesSlide1.xml" Id="R96c8ee58ee8346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bfce6170264bc6" /><Relationship Type="http://schemas.openxmlformats.org/officeDocument/2006/relationships/notesSlide" Target="/ppt/notesSlides/notesSlide2.xml" Id="R58f10363a60344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af342ac8d54743" /><Relationship Type="http://schemas.openxmlformats.org/officeDocument/2006/relationships/notesSlide" Target="/ppt/notesSlides/notesSlide3.xml" Id="R15a522051e72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d1ff4ccdb4a5c" /><Relationship Type="http://schemas.openxmlformats.org/officeDocument/2006/relationships/notesSlide" Target="/ppt/notesSlides/notesSlide4.xml" Id="R04c285d718a444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6f00fd91c45e1" /><Relationship Type="http://schemas.openxmlformats.org/officeDocument/2006/relationships/notesSlide" Target="/ppt/notesSlides/notesSlide5.xml" Id="R7d09e3acb90f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73cb6769447eb" /><Relationship Type="http://schemas.openxmlformats.org/officeDocument/2006/relationships/notesSlide" Target="/ppt/notesSlides/notesSlide6.xml" Id="R1f4dcc602aa34d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DC9C2B-4C3B-4363-92D9-4A8533B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80772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3202B"/>
                </a:solidFill>
              </a:defRPr>
            </a:pPr>
            <a:r>
              <a:rPr sz="5100" b="1">
                <a:solidFill>
                  <a:srgbClr val="13202B"/>
                </a:solidFill>
              </a:rPr>
              <a:t>Compiler Construction Project</a:t>
            </a:r>
          </a:p>
        </p:txBody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9CA98144-CFBC-4131-9782-73AB36F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DAE3A87-CDCE-459C-A099-A2D40DA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2534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606F"/>
                </a:solidFill>
              </a:defRPr>
            </a:pPr>
            <a:r>
              <a:rPr sz="2250">
                <a:solidFill>
                  <a:srgbClr val="55606F"/>
                </a:solidFill>
              </a:rPr>
              <a:t>A modular compiler for a defined subset of C with lexical analysis, parsing, semantic validation, optimization, and TAC generation.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8D76277E-E7CC-4756-BDE1-ABAC5DF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962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766E"/>
                </a:solidFill>
              </a:defRPr>
            </a:pPr>
            <a:r>
              <a:rPr sz="1650">
                <a:solidFill>
                  <a:srgbClr val="0F766E"/>
                </a:solidFill>
              </a:rPr>
              <a:t>Spring 2026 submission deck</a:t>
            </a:r>
          </a:p>
          <a:p xmlns:a="http://schemas.openxmlformats.org/drawingml/2006/main">
            <a:pPr>
              <a:defRPr sz="1650">
                <a:solidFill>
                  <a:srgbClr val="0F766E"/>
                </a:solidFill>
              </a:defRPr>
            </a:pPr>
            <a:r>
              <a:rPr sz="1650">
                <a:solidFill>
                  <a:srgbClr val="0F766E"/>
                </a:solidFill>
              </a:rPr>
              <a:t>Repository deliverables refreshed in April 2026</a:t>
            </a:r>
          </a:p>
        </p:txBody>
      </p:sp>
    </p:spTree>
    <p:extLst>
      <p:ext uri="{BB962C8B-B14F-4D97-AF65-F5344CB8AC3E}">
        <p14:creationId xmlns:p14="http://schemas.microsoft.com/office/powerpoint/2010/main" val="13508064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D5A5C57-D567-4516-826A-A995AD58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Project brief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D42B1E-E2AF-4420-84AE-E54932C1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1645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B"/>
                </a:solidFill>
              </a:defRPr>
            </a:pPr>
            <a:r>
              <a:rPr sz="3900" b="1">
                <a:solidFill>
                  <a:srgbClr val="13202B"/>
                </a:solidFill>
              </a:rPr>
              <a:t>What the project had to deliver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16E85A6-FD57-4EC5-BAFC-FEEEA10C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C66205C-5B00-4015-87BE-1F180BF9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1468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606F"/>
                </a:solidFill>
              </a:defRPr>
            </a:pPr>
            <a:r>
              <a:rPr sz="1800">
                <a:solidFill>
                  <a:srgbClr val="55606F"/>
                </a:solidFill>
              </a:rPr>
              <a:t>The course brief asked for a working compiler for a selected subset of C, a report, test cases, an executable build path, and a presentation-ready explanation of the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A0B11-1303-44A4-B6B6-20F5CB68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Required phases: lexer, parser, semantic analysis, and TAC.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37172-3C23-4689-AF6C-E0C5CAA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8605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Subset: expressions, control flow, functions, and scoped symbols.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45215-8A2A-44E7-AFDC-DFA1848B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Optional features implemented: arrays and optimization.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DD885-7AA5-41AA-A8E1-3A29A49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Deliverables now included: grammar doc, test docs, demo checklist, and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00E48-91F8-4BE6-8168-4FCC543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800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Executable code ships with generated lexer/parser sources for GCC-only rebuilds.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A6E27-E876-4BB9-B18A-3170EA4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800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Automated regression suite now matches across PowerShell and Bash.</a:t>
            </a:r>
          </a:p>
        </p:txBody>
      </p:sp>
    </p:spTree>
    <p:extLst>
      <p:ext uri="{BB962C8B-B14F-4D97-AF65-F5344CB8AC3E}">
        <p14:creationId xmlns:p14="http://schemas.microsoft.com/office/powerpoint/2010/main" val="707223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EB3CF88-D179-4855-AEEC-1D40F19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72831D-5E5A-4532-86C7-990B67D0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1645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B"/>
                </a:solidFill>
              </a:defRPr>
            </a:pPr>
            <a:r>
              <a:rPr sz="3900" b="1">
                <a:solidFill>
                  <a:srgbClr val="13202B"/>
                </a:solidFill>
              </a:rPr>
              <a:t>Compiler pipeline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90FC57-2D68-4A4B-9324-588B701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8858B89-26BF-4FC8-9E82-77720CF5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606F"/>
                </a:solidFill>
              </a:defRPr>
            </a:pPr>
            <a:r>
              <a:rPr sz="1800">
                <a:solidFill>
                  <a:srgbClr val="55606F"/>
                </a:solidFill>
              </a:rPr>
              <a:t>The implementation is split into focused source files so each compiler phase is easy to explain, test, and evolve.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7A426-CA36-477D-9953-BF3C04FC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1. lexer.l</a:t>
            </a:r>
          </a:p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Tokenizes keywords, identifiers, literals, operators, and delimiters.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BC059-6CD4-49EF-8447-67C8C07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2. parser.y</a:t>
            </a:r>
          </a:p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Builds the AST using explicit precedence levels for logical, relational, additive, and multiplicative expressions.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F017-41D8-4EA1-A073-1CF7939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3. semantic.c + symtab.c</a:t>
            </a:r>
          </a:p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Checks declarations, function arity, array misuse, and constant bounds while managing global and function-local scopes.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27599-2F56-445D-A7AB-B6B801C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9090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4. optimize.c</a:t>
            </a:r>
          </a:p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Applies constant folding, unary folding, and dead-code cleanup before backend emission.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7DFEC-B082-47EE-B9CD-85DFB4B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5. ir.c</a:t>
            </a:r>
          </a:p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Generates Three-Address Code for expressions, arrays, control flow, function calls, and returns.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90168-8435-4A4F-A67D-8F7729A1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24350"/>
            <a:ext cx="7981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6. main.c</a:t>
            </a:r>
          </a:p>
          <a:p xmlns:a="http://schemas.openxmlformats.org/drawingml/2006/main">
            <a:pPr>
              <a:defRPr sz="1800" b="1">
                <a:solidFill>
                  <a:srgbClr val="13202B"/>
                </a:solidFill>
              </a:defRPr>
            </a:pPr>
            <a:r>
              <a:rPr sz="1800" b="1">
                <a:solidFill>
                  <a:srgbClr val="13202B"/>
                </a:solidFill>
              </a:rPr>
              <a:t>Drives parse -&gt; semantic -&gt; optimize -&gt; TAC and stops early when semantic errors are found.</a:t>
            </a:r>
          </a:p>
        </p:txBody>
      </p:sp>
    </p:spTree>
    <p:extLst>
      <p:ext uri="{BB962C8B-B14F-4D97-AF65-F5344CB8AC3E}">
        <p14:creationId xmlns:p14="http://schemas.microsoft.com/office/powerpoint/2010/main" val="6633535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A8E3276-FFF9-45C3-B172-B6F6EF0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Language subset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4995D3-0A3B-4AB6-99BB-ACBB489F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1645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B"/>
                </a:solidFill>
              </a:defRPr>
            </a:pPr>
            <a:r>
              <a:rPr sz="3900" b="1">
                <a:solidFill>
                  <a:srgbClr val="13202B"/>
                </a:solidFill>
              </a:rPr>
              <a:t>Grammar and semantic guarantees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40BF80B-F5AE-497C-8A72-5D0B50BC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073A307-78C0-4871-991D-65F41D36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202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606F"/>
                </a:solidFill>
              </a:defRPr>
            </a:pPr>
            <a:r>
              <a:rPr sz="1800">
                <a:solidFill>
                  <a:srgbClr val="55606F"/>
                </a:solidFill>
              </a:rPr>
              <a:t>The repo now includes a report-ready grammar summary and an updated feature audit that matches the current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C45A-B2A3-429B-9C8B-E7EC251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79629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Supported constructs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int / void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variables and assignments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if / else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while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for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functions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1D and 2D 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10D53-177A-4288-AFCE-2BBB2319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79629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Semantic checks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redeclaration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undeclared identifiers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undefined functions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function-call arity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array-vs-scalar misuse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constant bounds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1C9A8-A49F-43AF-A0E8-56AAABD8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79629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Precedence ladder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||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&amp;&amp;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relational operators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+ and -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* and /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unary 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C8443-921D-4625-8EC2-96768B5D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00600"/>
            <a:ext cx="79629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Current limitations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no target-code generation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no nested block-scope symbol table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constant-only bounds checks</a:t>
            </a:r>
          </a:p>
          <a:p xmlns:a="http://schemas.openxmlformats.org/drawingml/2006/main">
            <a:pPr>
              <a:defRPr sz="2100">
                <a:solidFill>
                  <a:srgbClr val="13202B"/>
                </a:solidFill>
              </a:defRPr>
            </a:pPr>
            <a:r>
              <a:rPr sz="2100">
                <a:solidFill>
                  <a:srgbClr val="13202B"/>
                </a:solidFill>
              </a:rPr>
              <a:t>int-focused type system</a:t>
            </a:r>
          </a:p>
        </p:txBody>
      </p:sp>
    </p:spTree>
    <p:extLst>
      <p:ext uri="{BB962C8B-B14F-4D97-AF65-F5344CB8AC3E}">
        <p14:creationId xmlns:p14="http://schemas.microsoft.com/office/powerpoint/2010/main" val="18467680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F927005-81A0-471F-868B-A3B58A92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Backend result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D93B98-A543-4C02-B805-EE2DFA1A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1645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B"/>
                </a:solidFill>
              </a:defRPr>
            </a:pPr>
            <a:r>
              <a:rPr sz="3900" b="1">
                <a:solidFill>
                  <a:srgbClr val="13202B"/>
                </a:solidFill>
              </a:rPr>
              <a:t>Optimization and TAC output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52621CD-10DA-4B8E-A2D2-F0273989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502845A-5750-4ED1-B92D-0512692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420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606F"/>
                </a:solidFill>
              </a:defRPr>
            </a:pPr>
            <a:r>
              <a:rPr sz="1800">
                <a:solidFill>
                  <a:srgbClr val="55606F"/>
                </a:solidFill>
              </a:rPr>
              <a:t>A simple demo program is enough to show correct precedence, optimization, and intermediate-code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D7B66-D97D-45E3-B4A7-E5F7B815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F7E2E-2B61-449F-9203-39F1D23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79438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3202B"/>
                </a:solidFill>
              </a:defRPr>
            </a:pPr>
            <a:r>
              <a:rPr sz="1800">
                <a:solidFill>
                  <a:srgbClr val="13202B"/>
                </a:solidFill>
              </a:rPr>
              <a:t>int main() {</a:t>
            </a:r>
          </a:p>
          <a:p xmlns:a="http://schemas.openxmlformats.org/drawingml/2006/main">
            <a:pPr>
              <a:defRPr sz="1800">
                <a:solidFill>
                  <a:srgbClr val="13202B"/>
                </a:solidFill>
              </a:defRPr>
            </a:pPr>
            <a:r>
              <a:rPr sz="1800">
                <a:solidFill>
                  <a:srgbClr val="13202B"/>
                </a:solidFill>
              </a:rPr>
              <a:t>    int x;</a:t>
            </a:r>
          </a:p>
          <a:p xmlns:a="http://schemas.openxmlformats.org/drawingml/2006/main">
            <a:pPr>
              <a:defRPr sz="1800">
                <a:solidFill>
                  <a:srgbClr val="13202B"/>
                </a:solidFill>
              </a:defRPr>
            </a:pPr>
            <a:r>
              <a:rPr sz="1800">
                <a:solidFill>
                  <a:srgbClr val="13202B"/>
                </a:solidFill>
              </a:rPr>
              <a:t>    x = 5 + 3 * 2 - 1;</a:t>
            </a:r>
          </a:p>
          <a:p xmlns:a="http://schemas.openxmlformats.org/drawingml/2006/main">
            <a:pPr>
              <a:defRPr sz="1800">
                <a:solidFill>
                  <a:srgbClr val="13202B"/>
                </a:solidFill>
              </a:defRPr>
            </a:pPr>
            <a:r>
              <a:rPr sz="1800">
                <a:solidFill>
                  <a:srgbClr val="13202B"/>
                </a:solidFill>
              </a:rPr>
              <a:t>    return x;</a:t>
            </a:r>
          </a:p>
          <a:p xmlns:a="http://schemas.openxmlformats.org/drawingml/2006/main">
            <a:pPr>
              <a:defRPr sz="1800">
                <a:solidFill>
                  <a:srgbClr val="13202B"/>
                </a:solidFill>
              </a:defRPr>
            </a:pPr>
            <a:r>
              <a:rPr sz="1800">
                <a:solidFill>
                  <a:srgbClr val="13202B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89082-863C-40CD-9DD1-79310B09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Key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0F635-2E9B-40FF-9D44-840247F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7943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Semantic analysis succeeds.</a:t>
            </a:r>
          </a:p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Optimizer folds the expression to 10.</a:t>
            </a:r>
          </a:p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TAC emits a clean return without duplicate terminators.</a:t>
            </a:r>
          </a:p>
        </p:txBody>
      </p:sp>
    </p:spTree>
    <p:extLst>
      <p:ext uri="{BB962C8B-B14F-4D97-AF65-F5344CB8AC3E}">
        <p14:creationId xmlns:p14="http://schemas.microsoft.com/office/powerpoint/2010/main" val="3455080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D99B64B-178C-4168-91EC-09BAF37C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Validation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944F71-E7AE-4915-86F7-687E86CE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1645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B"/>
                </a:solidFill>
              </a:defRPr>
            </a:pPr>
            <a:r>
              <a:rPr sz="3900" b="1">
                <a:solidFill>
                  <a:srgbClr val="13202B"/>
                </a:solidFill>
              </a:rPr>
              <a:t>Requirements review after the repo refresh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4F4E81-313F-447C-AC2D-5050305B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B510C35-B307-4BAE-84EC-EB64BD0D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2439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606F"/>
                </a:solidFill>
              </a:defRPr>
            </a:pPr>
            <a:r>
              <a:rPr sz="1800">
                <a:solidFill>
                  <a:srgbClr val="55606F"/>
                </a:solidFill>
              </a:rPr>
              <a:t>All repository-based requirements from the brief are now covered, and the remaining live assessment items have supporting materials for presentation and demo preparation.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73C56-AE08-4081-8A21-4BCC40D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41/41 automated PowerShell regression checks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D4714-9CC8-40CE-B930-4512BD7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Bash test runner now mirrors the same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9F9E0-510A-4560-93B1-84ABDCB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Compilation guide now supports GCC-only rebuilds.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67C12-095C-495A-827A-727C8F5E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Grammar specification added for the written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38AC5-7A5A-4F01-9C83-D1EAE8B5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Feature audit and test docs now match the real implementation.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8773F-8AC0-4129-9794-F54E5A0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3202B"/>
                </a:solidFill>
              </a:defRPr>
            </a:pPr>
            <a:r>
              <a:rPr sz="1950">
                <a:solidFill>
                  <a:srgbClr val="13202B"/>
                </a:solidFill>
              </a:rPr>
              <a:t>Demo checklist added for the live walkthrough and viva.</a:t>
            </a:r>
          </a:p>
        </p:txBody>
      </p:sp>
    </p:spTree>
    <p:extLst>
      <p:ext uri="{BB962C8B-B14F-4D97-AF65-F5344CB8AC3E}">
        <p14:creationId xmlns:p14="http://schemas.microsoft.com/office/powerpoint/2010/main" val="1756282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2026-04-26T21:56:00.6500000Z</dcterms:created>
  <dcterms:modified xsi:type="dcterms:W3CDTF">2026-04-26T21:56:00.6500000Z</dcterms:modified>
</coreProperties>
</file>